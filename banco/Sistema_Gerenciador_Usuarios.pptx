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26/11/2025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cDevGuy127/desenvolvimento_web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Sistema Gerenciador de Usuários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Marcelo Henrique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Ambientação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Plataforma bancária</a:t>
            </a:r>
          </a:p>
          <a:p>
            <a:r>
              <a:rPr lang="pt-BR" dirty="0" smtClean="0"/>
              <a:t>Portal para Administração</a:t>
            </a:r>
          </a:p>
          <a:p>
            <a:r>
              <a:rPr lang="pt-BR" dirty="0" smtClean="0"/>
              <a:t>Portal para Usuários comuns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Funcionalidades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Usuários:</a:t>
            </a:r>
          </a:p>
          <a:p>
            <a:pPr lvl="1"/>
            <a:r>
              <a:rPr lang="pt-BR" dirty="0" smtClean="0"/>
              <a:t>Cadastro/</a:t>
            </a:r>
            <a:r>
              <a:rPr lang="pt-BR" dirty="0" err="1" smtClean="0"/>
              <a:t>Login</a:t>
            </a:r>
            <a:endParaRPr lang="pt-BR" dirty="0" smtClean="0"/>
          </a:p>
          <a:p>
            <a:pPr lvl="1"/>
            <a:r>
              <a:rPr lang="pt-BR" dirty="0" smtClean="0"/>
              <a:t>Consulta/Edição de dados </a:t>
            </a:r>
            <a:r>
              <a:rPr lang="pt-BR" dirty="0" smtClean="0"/>
              <a:t>cadastrais</a:t>
            </a:r>
          </a:p>
          <a:p>
            <a:pPr lvl="1"/>
            <a:r>
              <a:rPr lang="pt-BR" dirty="0" smtClean="0"/>
              <a:t>Troca de </a:t>
            </a:r>
            <a:r>
              <a:rPr lang="pt-BR" dirty="0" smtClean="0"/>
              <a:t>senha</a:t>
            </a:r>
            <a:endParaRPr lang="pt-BR" dirty="0" smtClean="0"/>
          </a:p>
          <a:p>
            <a:r>
              <a:rPr lang="pt-BR" dirty="0" smtClean="0"/>
              <a:t>Administradores</a:t>
            </a:r>
          </a:p>
          <a:p>
            <a:pPr lvl="1"/>
            <a:r>
              <a:rPr lang="pt-BR" dirty="0" smtClean="0"/>
              <a:t>Cadastro/</a:t>
            </a:r>
            <a:r>
              <a:rPr lang="pt-BR" dirty="0" err="1" smtClean="0"/>
              <a:t>Login</a:t>
            </a:r>
            <a:endParaRPr lang="pt-BR" dirty="0" smtClean="0"/>
          </a:p>
          <a:p>
            <a:pPr lvl="1"/>
            <a:r>
              <a:rPr lang="pt-BR" dirty="0" smtClean="0"/>
              <a:t>Consulta/Edição de dados cadastrais</a:t>
            </a:r>
          </a:p>
          <a:p>
            <a:pPr lvl="1"/>
            <a:r>
              <a:rPr lang="pt-BR" dirty="0" smtClean="0"/>
              <a:t>Troca de senha</a:t>
            </a:r>
          </a:p>
          <a:p>
            <a:pPr lvl="1"/>
            <a:r>
              <a:rPr lang="pt-BR" dirty="0" smtClean="0"/>
              <a:t>Lista de usuários cadastrados</a:t>
            </a:r>
          </a:p>
          <a:p>
            <a:pPr lvl="1"/>
            <a:r>
              <a:rPr lang="pt-BR" dirty="0" smtClean="0"/>
              <a:t>Edição de dados dos usuários</a:t>
            </a:r>
          </a:p>
          <a:p>
            <a:pPr lvl="1"/>
            <a:r>
              <a:rPr lang="pt-BR" dirty="0" smtClean="0"/>
              <a:t>Exclusão de usuários</a:t>
            </a:r>
          </a:p>
          <a:p>
            <a:pPr lvl="1"/>
            <a:r>
              <a:rPr lang="pt-BR" dirty="0" smtClean="0"/>
              <a:t>Ferramenta de pesquisa e filtros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Restrições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Usuários não conseguem acessar o Portal de Administração.</a:t>
            </a:r>
          </a:p>
          <a:p>
            <a:r>
              <a:rPr lang="pt-BR" dirty="0" smtClean="0"/>
              <a:t>Administradores não conseguem acessar o Portal de Usuários.</a:t>
            </a:r>
          </a:p>
          <a:p>
            <a:r>
              <a:rPr lang="pt-BR" dirty="0" smtClean="0"/>
              <a:t>Cadastros com emails utilizados por outros usuários são impedidos.</a:t>
            </a:r>
          </a:p>
          <a:p>
            <a:r>
              <a:rPr lang="pt-BR" dirty="0" smtClean="0"/>
              <a:t>O tamanho das senhas devem ser de 8-12 dígitos.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Validação/Exceções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As mensagens de sucesso e erro são exibidos através de </a:t>
            </a:r>
            <a:r>
              <a:rPr lang="pt-BR" dirty="0" err="1" smtClean="0"/>
              <a:t>alerts</a:t>
            </a:r>
            <a:r>
              <a:rPr lang="pt-BR" dirty="0" smtClean="0"/>
              <a:t>.</a:t>
            </a:r>
          </a:p>
          <a:p>
            <a:r>
              <a:rPr lang="pt-BR" dirty="0" smtClean="0"/>
              <a:t>Exceções relacionadas ao Banco de Dados, são impressas(ex: usuário inválido).</a:t>
            </a:r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Tratamento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HTML:</a:t>
            </a:r>
          </a:p>
          <a:p>
            <a:pPr lvl="1"/>
            <a:r>
              <a:rPr lang="pt-BR" dirty="0" smtClean="0"/>
              <a:t>Tamanho mínimo/máximo definido em inputs.</a:t>
            </a:r>
          </a:p>
          <a:p>
            <a:r>
              <a:rPr lang="pt-BR" dirty="0" smtClean="0"/>
              <a:t>PHP:</a:t>
            </a:r>
          </a:p>
          <a:p>
            <a:pPr lvl="1"/>
            <a:r>
              <a:rPr lang="pt-BR" dirty="0" smtClean="0"/>
              <a:t>Validação e comparação de dados enviados.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8463416" cy="2301240"/>
          </a:xfrm>
        </p:spPr>
        <p:txBody>
          <a:bodyPr/>
          <a:lstStyle/>
          <a:p>
            <a:pPr algn="ctr"/>
            <a:r>
              <a:rPr lang="pt-BR" dirty="0" smtClean="0"/>
              <a:t>OBRIGADO PELA ATENÇÃO!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/>
          <a:lstStyle/>
          <a:p>
            <a:r>
              <a:rPr lang="pt-BR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Visite o repositório e demais projetos:</a:t>
            </a:r>
            <a:endParaRPr lang="pt-BR" dirty="0" smtClean="0"/>
          </a:p>
          <a:p>
            <a:r>
              <a:rPr lang="pt-BR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  <a:hlinkClick r:id="rId2"/>
              </a:rPr>
              <a:t>https://github.com/MarcDevGuy127/desenvolvimento_web</a:t>
            </a:r>
            <a:endParaRPr lang="pt-BR" sz="28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écnica">
  <a:themeElements>
    <a:clrScheme name="Técnica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12</TotalTime>
  <Words>152</Words>
  <Application>Microsoft Office PowerPoint</Application>
  <PresentationFormat>Apresentação na tela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Técnica</vt:lpstr>
      <vt:lpstr>Sistema Gerenciador de Usuários</vt:lpstr>
      <vt:lpstr>Ambientação</vt:lpstr>
      <vt:lpstr>Funcionalidades</vt:lpstr>
      <vt:lpstr>Restrições</vt:lpstr>
      <vt:lpstr>Validação/Exceções</vt:lpstr>
      <vt:lpstr>Tratamento de Dados</vt:lpstr>
      <vt:lpstr>OBRIGADO PELA ATENÇÃO!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Gerenciador de Usuários</dc:title>
  <dc:creator>Marcelo Henrique</dc:creator>
  <cp:lastModifiedBy>Marcelo Silva</cp:lastModifiedBy>
  <cp:revision>8</cp:revision>
  <dcterms:created xsi:type="dcterms:W3CDTF">2025-11-26T10:44:16Z</dcterms:created>
  <dcterms:modified xsi:type="dcterms:W3CDTF">2025-11-26T23:31:44Z</dcterms:modified>
</cp:coreProperties>
</file>