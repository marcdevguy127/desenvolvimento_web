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3" r:id="rId8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3" d="100"/>
          <a:sy n="83" d="100"/>
        </p:scale>
        <p:origin x="-1426" y="-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rma livre 6"/>
          <p:cNvSpPr>
            <a:spLocks/>
          </p:cNvSpPr>
          <p:nvPr/>
        </p:nvSpPr>
        <p:spPr bwMode="auto">
          <a:xfrm>
            <a:off x="0" y="4752126"/>
            <a:ext cx="9144000" cy="211296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1066"/>
              </a:cxn>
              <a:cxn ang="0">
                <a:pos x="0" y="1331"/>
              </a:cxn>
              <a:cxn ang="0">
                <a:pos x="5760" y="1331"/>
              </a:cxn>
              <a:cxn ang="0">
                <a:pos x="5760" y="0"/>
              </a:cxn>
              <a:cxn ang="0">
                <a:pos x="0" y="1066"/>
              </a:cxn>
            </a:cxnLst>
            <a:rect l="0" t="0" r="0" b="0"/>
            <a:pathLst>
              <a:path w="5760" h="1331">
                <a:moveTo>
                  <a:pt x="0" y="1066"/>
                </a:moveTo>
                <a:lnTo>
                  <a:pt x="0" y="1331"/>
                </a:lnTo>
                <a:lnTo>
                  <a:pt x="5760" y="1331"/>
                </a:lnTo>
                <a:lnTo>
                  <a:pt x="5760" y="0"/>
                </a:lnTo>
                <a:cubicBezTo>
                  <a:pt x="3220" y="1206"/>
                  <a:pt x="2250" y="1146"/>
                  <a:pt x="0" y="1066"/>
                </a:cubicBezTo>
                <a:close/>
              </a:path>
            </a:pathLst>
          </a:custGeom>
          <a:solidFill>
            <a:schemeClr val="bg1">
              <a:tint val="80000"/>
              <a:satMod val="200000"/>
              <a:alpha val="4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44450" dir="16200000" algn="ctr" rotWithShape="0">
              <a:prstClr val="black">
                <a:alpha val="3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Forma livre 7"/>
          <p:cNvSpPr>
            <a:spLocks/>
          </p:cNvSpPr>
          <p:nvPr/>
        </p:nvSpPr>
        <p:spPr bwMode="auto">
          <a:xfrm>
            <a:off x="6105525" y="0"/>
            <a:ext cx="3038475" cy="6858000"/>
          </a:xfrm>
          <a:custGeom>
            <a:avLst/>
            <a:gdLst>
              <a:gd name="connsiteX0" fmla="*/ 1914 w 1914"/>
              <a:gd name="connsiteY0" fmla="*/ 9 h 4329"/>
              <a:gd name="connsiteX1" fmla="*/ 1914 w 1914"/>
              <a:gd name="connsiteY1" fmla="*/ 4329 h 4329"/>
              <a:gd name="connsiteX2" fmla="*/ 204 w 1914"/>
              <a:gd name="connsiteY2" fmla="*/ 4327 h 4329"/>
              <a:gd name="connsiteX3" fmla="*/ 0 w 1914"/>
              <a:gd name="connsiteY3" fmla="*/ 0 h 4329"/>
              <a:gd name="connsiteX4" fmla="*/ 1914 w 1914"/>
              <a:gd name="connsiteY4" fmla="*/ 9 h 4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4" h="4329">
                <a:moveTo>
                  <a:pt x="1914" y="9"/>
                </a:moveTo>
                <a:lnTo>
                  <a:pt x="1914" y="4329"/>
                </a:lnTo>
                <a:lnTo>
                  <a:pt x="204" y="4327"/>
                </a:lnTo>
                <a:cubicBezTo>
                  <a:pt x="1288" y="3574"/>
                  <a:pt x="1608" y="1590"/>
                  <a:pt x="0" y="0"/>
                </a:cubicBezTo>
                <a:lnTo>
                  <a:pt x="1914" y="9"/>
                </a:lnTo>
                <a:close/>
              </a:path>
            </a:pathLst>
          </a:custGeom>
          <a:solidFill>
            <a:schemeClr val="bg1">
              <a:tint val="90000"/>
              <a:satMod val="350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50800" dir="10800000" algn="ctr" rotWithShape="0">
              <a:prstClr val="black">
                <a:alpha val="4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Título 8"/>
          <p:cNvSpPr>
            <a:spLocks noGrp="1"/>
          </p:cNvSpPr>
          <p:nvPr>
            <p:ph type="ctrTitle"/>
          </p:nvPr>
        </p:nvSpPr>
        <p:spPr>
          <a:xfrm>
            <a:off x="429064" y="3337560"/>
            <a:ext cx="6480048" cy="2301240"/>
          </a:xfrm>
        </p:spPr>
        <p:txBody>
          <a:bodyPr rIns="45720" anchor="t"/>
          <a:lstStyle>
            <a:lvl1pPr algn="r">
              <a:defRPr lang="en-US" b="1" cap="all" baseline="0" dirty="0">
                <a:ln w="5000" cmpd="sng">
                  <a:solidFill>
                    <a:schemeClr val="accent1">
                      <a:tint val="80000"/>
                      <a:shade val="99000"/>
                      <a:satMod val="50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1">
                        <a:tint val="63000"/>
                        <a:satMod val="255000"/>
                      </a:schemeClr>
                    </a:gs>
                    <a:gs pos="9000">
                      <a:schemeClr val="accent1">
                        <a:tint val="63000"/>
                        <a:satMod val="255000"/>
                      </a:schemeClr>
                    </a:gs>
                    <a:gs pos="53000">
                      <a:schemeClr val="accent1">
                        <a:shade val="60000"/>
                        <a:satMod val="100000"/>
                      </a:schemeClr>
                    </a:gs>
                    <a:gs pos="90000">
                      <a:schemeClr val="accent1">
                        <a:tint val="63000"/>
                        <a:satMod val="255000"/>
                      </a:schemeClr>
                    </a:gs>
                    <a:gs pos="100000">
                      <a:schemeClr val="accent1">
                        <a:tint val="63000"/>
                        <a:satMod val="255000"/>
                      </a:schemeClr>
                    </a:gs>
                  </a:gsLst>
                  <a:lin ang="5400000"/>
                </a:gradFill>
                <a:effectLst>
                  <a:outerShdw blurRad="50800" dist="38100" dir="5400000" algn="t" rotWithShape="0">
                    <a:prstClr val="black">
                      <a:alpha val="50000"/>
                    </a:prstClr>
                  </a:outerShdw>
                </a:effectLst>
              </a:defRPr>
            </a:lvl1pPr>
          </a:lstStyle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17" name="Subtítulo 16"/>
          <p:cNvSpPr>
            <a:spLocks noGrp="1"/>
          </p:cNvSpPr>
          <p:nvPr>
            <p:ph type="subTitle" idx="1"/>
          </p:nvPr>
        </p:nvSpPr>
        <p:spPr>
          <a:xfrm>
            <a:off x="433050" y="1544812"/>
            <a:ext cx="6480048" cy="1752600"/>
          </a:xfrm>
        </p:spPr>
        <p:txBody>
          <a:bodyPr tIns="0" rIns="45720" bIns="0" anchor="b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  <a:effectLst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pt-BR" smtClean="0"/>
              <a:t>Clique para editar o estilo do subtítulo mestre</a:t>
            </a:r>
            <a:endParaRPr kumimoji="0" lang="en-US"/>
          </a:p>
        </p:txBody>
      </p:sp>
      <p:sp>
        <p:nvSpPr>
          <p:cNvPr id="30" name="Espaço Reservado para Data 2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19" name="Espaço Reservado para Rodapé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27" name="Espaço Reservado para Número de Slide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pt-BR" smtClean="0"/>
              <a:t>Clique para editar os estilos do texto mestre</a:t>
            </a:r>
          </a:p>
          <a:p>
            <a:pPr lvl="1" eaLnBrk="1" latinLnBrk="0" hangingPunct="1"/>
            <a:r>
              <a:rPr lang="pt-BR" smtClean="0"/>
              <a:t>Segundo nível</a:t>
            </a:r>
          </a:p>
          <a:p>
            <a:pPr lvl="2" eaLnBrk="1" latinLnBrk="0" hangingPunct="1"/>
            <a:r>
              <a:rPr lang="pt-BR" smtClean="0"/>
              <a:t>Terceiro nível</a:t>
            </a:r>
          </a:p>
          <a:p>
            <a:pPr lvl="3" eaLnBrk="1" latinLnBrk="0" hangingPunct="1"/>
            <a:r>
              <a:rPr lang="pt-BR" smtClean="0"/>
              <a:t>Quarto nível</a:t>
            </a:r>
          </a:p>
          <a:p>
            <a:pPr lvl="4" eaLnBrk="1" latinLnBrk="0" hangingPunct="1"/>
            <a:r>
              <a:rPr lang="pt-BR" smtClean="0"/>
              <a:t>Quinto nível</a:t>
            </a:r>
            <a:endParaRPr kumimoji="0"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rma livre 6"/>
          <p:cNvSpPr>
            <a:spLocks/>
          </p:cNvSpPr>
          <p:nvPr/>
        </p:nvSpPr>
        <p:spPr bwMode="auto">
          <a:xfrm>
            <a:off x="0" y="4752126"/>
            <a:ext cx="9144000" cy="211296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1066"/>
              </a:cxn>
              <a:cxn ang="0">
                <a:pos x="0" y="1331"/>
              </a:cxn>
              <a:cxn ang="0">
                <a:pos x="5760" y="1331"/>
              </a:cxn>
              <a:cxn ang="0">
                <a:pos x="5760" y="0"/>
              </a:cxn>
              <a:cxn ang="0">
                <a:pos x="0" y="1066"/>
              </a:cxn>
            </a:cxnLst>
            <a:rect l="0" t="0" r="0" b="0"/>
            <a:pathLst>
              <a:path w="5760" h="1331">
                <a:moveTo>
                  <a:pt x="0" y="1066"/>
                </a:moveTo>
                <a:lnTo>
                  <a:pt x="0" y="1331"/>
                </a:lnTo>
                <a:lnTo>
                  <a:pt x="5760" y="1331"/>
                </a:lnTo>
                <a:lnTo>
                  <a:pt x="5760" y="0"/>
                </a:lnTo>
                <a:cubicBezTo>
                  <a:pt x="3220" y="1206"/>
                  <a:pt x="2250" y="1146"/>
                  <a:pt x="0" y="1066"/>
                </a:cubicBezTo>
                <a:close/>
              </a:path>
            </a:pathLst>
          </a:custGeom>
          <a:solidFill>
            <a:schemeClr val="bg1">
              <a:tint val="80000"/>
              <a:satMod val="200000"/>
              <a:alpha val="4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44450" dir="16200000" algn="ctr" rotWithShape="0">
              <a:prstClr val="black">
                <a:alpha val="3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Forma livre 8"/>
          <p:cNvSpPr>
            <a:spLocks/>
          </p:cNvSpPr>
          <p:nvPr/>
        </p:nvSpPr>
        <p:spPr bwMode="auto">
          <a:xfrm>
            <a:off x="6105525" y="0"/>
            <a:ext cx="3038475" cy="6858000"/>
          </a:xfrm>
          <a:custGeom>
            <a:avLst/>
            <a:gdLst>
              <a:gd name="connsiteX0" fmla="*/ 1914 w 1914"/>
              <a:gd name="connsiteY0" fmla="*/ 9 h 4329"/>
              <a:gd name="connsiteX1" fmla="*/ 1914 w 1914"/>
              <a:gd name="connsiteY1" fmla="*/ 4329 h 4329"/>
              <a:gd name="connsiteX2" fmla="*/ 204 w 1914"/>
              <a:gd name="connsiteY2" fmla="*/ 4327 h 4329"/>
              <a:gd name="connsiteX3" fmla="*/ 0 w 1914"/>
              <a:gd name="connsiteY3" fmla="*/ 0 h 4329"/>
              <a:gd name="connsiteX4" fmla="*/ 1914 w 1914"/>
              <a:gd name="connsiteY4" fmla="*/ 9 h 4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4" h="4329">
                <a:moveTo>
                  <a:pt x="1914" y="9"/>
                </a:moveTo>
                <a:lnTo>
                  <a:pt x="1914" y="4329"/>
                </a:lnTo>
                <a:lnTo>
                  <a:pt x="204" y="4327"/>
                </a:lnTo>
                <a:cubicBezTo>
                  <a:pt x="1288" y="3574"/>
                  <a:pt x="1608" y="1590"/>
                  <a:pt x="0" y="0"/>
                </a:cubicBezTo>
                <a:lnTo>
                  <a:pt x="1914" y="9"/>
                </a:lnTo>
                <a:close/>
              </a:path>
            </a:pathLst>
          </a:custGeom>
          <a:solidFill>
            <a:schemeClr val="bg1">
              <a:tint val="90000"/>
              <a:satMod val="350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50800" dir="10800000" algn="ctr" rotWithShape="0">
              <a:prstClr val="black">
                <a:alpha val="4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5800" y="3583837"/>
            <a:ext cx="6629400" cy="1826363"/>
          </a:xfrm>
        </p:spPr>
        <p:txBody>
          <a:bodyPr tIns="0" bIns="0" anchor="t"/>
          <a:lstStyle>
            <a:lvl1pPr algn="l">
              <a:buNone/>
              <a:defRPr sz="4200" b="1" cap="none" baseline="0">
                <a:ln w="5000" cmpd="sng">
                  <a:solidFill>
                    <a:schemeClr val="accent1">
                      <a:tint val="80000"/>
                      <a:shade val="99000"/>
                      <a:satMod val="50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1">
                        <a:tint val="63000"/>
                        <a:satMod val="255000"/>
                      </a:schemeClr>
                    </a:gs>
                    <a:gs pos="9000">
                      <a:schemeClr val="accent1">
                        <a:tint val="63000"/>
                        <a:satMod val="255000"/>
                      </a:schemeClr>
                    </a:gs>
                    <a:gs pos="53000">
                      <a:schemeClr val="accent1">
                        <a:shade val="60000"/>
                        <a:satMod val="100000"/>
                      </a:schemeClr>
                    </a:gs>
                    <a:gs pos="90000">
                      <a:schemeClr val="accent1">
                        <a:tint val="63000"/>
                        <a:satMod val="255000"/>
                      </a:schemeClr>
                    </a:gs>
                    <a:gs pos="100000">
                      <a:schemeClr val="accent1">
                        <a:tint val="63000"/>
                        <a:satMod val="255000"/>
                      </a:schemeClr>
                    </a:gs>
                  </a:gsLst>
                  <a:lin ang="5400000"/>
                </a:gradFill>
                <a:effectLst>
                  <a:outerShdw blurRad="50800" dist="38100" dir="5400000" algn="t" rotWithShape="0">
                    <a:prstClr val="black">
                      <a:alpha val="50000"/>
                    </a:prstClr>
                  </a:outerShdw>
                </a:effectLst>
              </a:defRPr>
            </a:lvl1pPr>
          </a:lstStyle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85800" y="2485800"/>
            <a:ext cx="6629400" cy="1066688"/>
          </a:xfrm>
        </p:spPr>
        <p:txBody>
          <a:bodyPr lIns="45720" tIns="0" rIns="45720" bIns="0" anchor="b"/>
          <a:lstStyle>
            <a:lvl1pPr marL="0" indent="0" algn="l">
              <a:buNone/>
              <a:defRPr sz="2000">
                <a:solidFill>
                  <a:schemeClr val="tx1"/>
                </a:solidFill>
                <a:effectLst/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pt-BR" smtClean="0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467600" cy="1143000"/>
          </a:xfrm>
        </p:spPr>
        <p:txBody>
          <a:bodyPr/>
          <a:lstStyle/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3657600" cy="452596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pt-BR" smtClean="0"/>
              <a:t>Clique para editar os estilos do texto mestre</a:t>
            </a:r>
          </a:p>
          <a:p>
            <a:pPr lvl="1" eaLnBrk="1" latinLnBrk="0" hangingPunct="1"/>
            <a:r>
              <a:rPr lang="pt-BR" smtClean="0"/>
              <a:t>Segundo nível</a:t>
            </a:r>
          </a:p>
          <a:p>
            <a:pPr lvl="2" eaLnBrk="1" latinLnBrk="0" hangingPunct="1"/>
            <a:r>
              <a:rPr lang="pt-BR" smtClean="0"/>
              <a:t>Terceiro nível</a:t>
            </a:r>
          </a:p>
          <a:p>
            <a:pPr lvl="3" eaLnBrk="1" latinLnBrk="0" hangingPunct="1"/>
            <a:r>
              <a:rPr lang="pt-BR" smtClean="0"/>
              <a:t>Quarto nível</a:t>
            </a:r>
          </a:p>
          <a:p>
            <a:pPr lvl="4" eaLnBrk="1" latinLnBrk="0" hangingPunct="1"/>
            <a:r>
              <a:rPr lang="pt-BR" smtClean="0"/>
              <a:t>Quinto nível</a:t>
            </a:r>
            <a:endParaRPr kumimoji="0" lang="en-US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267200" y="1600200"/>
            <a:ext cx="3657600" cy="452596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pt-BR" smtClean="0"/>
              <a:t>Clique para editar os estilos do texto mestre</a:t>
            </a:r>
          </a:p>
          <a:p>
            <a:pPr lvl="1" eaLnBrk="1" latinLnBrk="0" hangingPunct="1"/>
            <a:r>
              <a:rPr lang="pt-BR" smtClean="0"/>
              <a:t>Segundo nível</a:t>
            </a:r>
          </a:p>
          <a:p>
            <a:pPr lvl="2" eaLnBrk="1" latinLnBrk="0" hangingPunct="1"/>
            <a:r>
              <a:rPr lang="pt-BR" smtClean="0"/>
              <a:t>Terceiro nível</a:t>
            </a:r>
          </a:p>
          <a:p>
            <a:pPr lvl="3" eaLnBrk="1" latinLnBrk="0" hangingPunct="1"/>
            <a:r>
              <a:rPr lang="pt-BR" smtClean="0"/>
              <a:t>Quarto nível</a:t>
            </a:r>
          </a:p>
          <a:p>
            <a:pPr lvl="4" eaLnBrk="1" latinLnBrk="0" hangingPunct="1"/>
            <a:r>
              <a:rPr lang="pt-BR" smtClean="0"/>
              <a:t>Quinto nível</a:t>
            </a:r>
            <a:endParaRPr kumimoji="0" lang="en-US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5486400"/>
            <a:ext cx="4040188" cy="838200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pt-BR" smtClean="0"/>
              <a:t>Clique para editar os estilos do texto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3"/>
          </p:nvPr>
        </p:nvSpPr>
        <p:spPr>
          <a:xfrm>
            <a:off x="4645025" y="5486400"/>
            <a:ext cx="4041775" cy="838200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pt-BR" smtClean="0"/>
              <a:t>Clique para editar os estilos do texto mestre</a:t>
            </a:r>
          </a:p>
        </p:txBody>
      </p:sp>
      <p:sp>
        <p:nvSpPr>
          <p:cNvPr id="5" name="Espaço Reservado para Conteúdo 4"/>
          <p:cNvSpPr>
            <a:spLocks noGrp="1"/>
          </p:cNvSpPr>
          <p:nvPr>
            <p:ph sz="quarter" idx="2"/>
          </p:nvPr>
        </p:nvSpPr>
        <p:spPr>
          <a:xfrm>
            <a:off x="457200" y="1516912"/>
            <a:ext cx="4040188" cy="39417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pt-BR" smtClean="0"/>
              <a:t>Clique para editar os estilos do texto mestre</a:t>
            </a:r>
          </a:p>
          <a:p>
            <a:pPr lvl="1" eaLnBrk="1" latinLnBrk="0" hangingPunct="1"/>
            <a:r>
              <a:rPr lang="pt-BR" smtClean="0"/>
              <a:t>Segundo nível</a:t>
            </a:r>
          </a:p>
          <a:p>
            <a:pPr lvl="2" eaLnBrk="1" latinLnBrk="0" hangingPunct="1"/>
            <a:r>
              <a:rPr lang="pt-BR" smtClean="0"/>
              <a:t>Terceiro nível</a:t>
            </a:r>
          </a:p>
          <a:p>
            <a:pPr lvl="3" eaLnBrk="1" latinLnBrk="0" hangingPunct="1"/>
            <a:r>
              <a:rPr lang="pt-BR" smtClean="0"/>
              <a:t>Quarto nível</a:t>
            </a:r>
          </a:p>
          <a:p>
            <a:pPr lvl="4" eaLnBrk="1" latinLnBrk="0" hangingPunct="1"/>
            <a:r>
              <a:rPr lang="pt-BR" smtClean="0"/>
              <a:t>Quinto nível</a:t>
            </a:r>
            <a:endParaRPr kumimoji="0" lang="en-US"/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1516912"/>
            <a:ext cx="4041775" cy="39417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pt-BR" smtClean="0"/>
              <a:t>Clique para editar os estilos do texto mestre</a:t>
            </a:r>
          </a:p>
          <a:p>
            <a:pPr lvl="1" eaLnBrk="1" latinLnBrk="0" hangingPunct="1"/>
            <a:r>
              <a:rPr lang="pt-BR" smtClean="0"/>
              <a:t>Segundo nível</a:t>
            </a:r>
          </a:p>
          <a:p>
            <a:pPr lvl="2" eaLnBrk="1" latinLnBrk="0" hangingPunct="1"/>
            <a:r>
              <a:rPr lang="pt-BR" smtClean="0"/>
              <a:t>Terceiro nível</a:t>
            </a:r>
          </a:p>
          <a:p>
            <a:pPr lvl="3" eaLnBrk="1" latinLnBrk="0" hangingPunct="1"/>
            <a:r>
              <a:rPr lang="pt-BR" smtClean="0"/>
              <a:t>Quarto nível</a:t>
            </a:r>
          </a:p>
          <a:p>
            <a:pPr lvl="4" eaLnBrk="1" latinLnBrk="0" hangingPunct="1"/>
            <a:r>
              <a:rPr lang="pt-BR" smtClean="0"/>
              <a:t>Quinto nível</a:t>
            </a:r>
            <a:endParaRPr kumimoji="0" lang="en-US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7470648" cy="1143000"/>
          </a:xfrm>
        </p:spPr>
        <p:txBody>
          <a:bodyPr anchor="ctr"/>
          <a:lstStyle>
            <a:lvl1pPr algn="l">
              <a:defRPr sz="4600"/>
            </a:lvl1pPr>
          </a:lstStyle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8" name="Espaço Reservado para Número de Slide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9" name="Espaço Reservado para Rodapé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1185528"/>
            <a:ext cx="3200400" cy="730250"/>
          </a:xfrm>
        </p:spPr>
        <p:txBody>
          <a:bodyPr tIns="0" bIns="0" anchor="t"/>
          <a:lstStyle>
            <a:lvl1pPr algn="l">
              <a:buNone/>
              <a:defRPr sz="1800" b="1">
                <a:solidFill>
                  <a:schemeClr val="accent1"/>
                </a:solidFill>
              </a:defRPr>
            </a:lvl1pPr>
          </a:lstStyle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2"/>
          </p:nvPr>
        </p:nvSpPr>
        <p:spPr>
          <a:xfrm>
            <a:off x="457200" y="214424"/>
            <a:ext cx="2743200" cy="914400"/>
          </a:xfrm>
        </p:spPr>
        <p:txBody>
          <a:bodyPr lIns="45720" tIns="0" rIns="45720" bIns="0" anchor="b"/>
          <a:lstStyle>
            <a:lvl1pPr marL="0" indent="0" algn="l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7086600" cy="3810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pt-BR" smtClean="0"/>
              <a:t>Clique para editar os estilos do texto mestre</a:t>
            </a:r>
          </a:p>
          <a:p>
            <a:pPr lvl="1" eaLnBrk="1" latinLnBrk="0" hangingPunct="1"/>
            <a:r>
              <a:rPr lang="pt-BR" smtClean="0"/>
              <a:t>Segundo nível</a:t>
            </a:r>
          </a:p>
          <a:p>
            <a:pPr lvl="2" eaLnBrk="1" latinLnBrk="0" hangingPunct="1"/>
            <a:r>
              <a:rPr lang="pt-BR" smtClean="0"/>
              <a:t>Terceiro nível</a:t>
            </a:r>
          </a:p>
          <a:p>
            <a:pPr lvl="3" eaLnBrk="1" latinLnBrk="0" hangingPunct="1"/>
            <a:r>
              <a:rPr lang="pt-BR" smtClean="0"/>
              <a:t>Quarto nível</a:t>
            </a:r>
          </a:p>
          <a:p>
            <a:pPr lvl="4" eaLnBrk="1" latinLnBrk="0" hangingPunct="1"/>
            <a:r>
              <a:rPr lang="pt-BR" smtClean="0"/>
              <a:t>Quinto nível</a:t>
            </a:r>
            <a:endParaRPr kumimoji="0" lang="en-US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>
          <a:xfrm>
            <a:off x="8156448" y="6422064"/>
            <a:ext cx="762000" cy="365125"/>
          </a:xfrm>
        </p:spPr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556732" y="1705709"/>
            <a:ext cx="3053868" cy="1253808"/>
          </a:xfrm>
        </p:spPr>
        <p:txBody>
          <a:bodyPr anchor="b"/>
          <a:lstStyle>
            <a:lvl1pPr algn="l">
              <a:buNone/>
              <a:defRPr sz="2200" b="1">
                <a:solidFill>
                  <a:schemeClr val="accent1"/>
                </a:solidFill>
              </a:defRPr>
            </a:lvl1pPr>
          </a:lstStyle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065628" y="1019907"/>
            <a:ext cx="4114800" cy="4114800"/>
          </a:xfrm>
          <a:prstGeom prst="ellipse">
            <a:avLst/>
          </a:prstGeom>
          <a:solidFill>
            <a:schemeClr val="bg2">
              <a:shade val="50000"/>
            </a:schemeClr>
          </a:solidFill>
          <a:ln w="50800" cap="flat">
            <a:solidFill>
              <a:schemeClr val="bg2"/>
            </a:solidFill>
            <a:miter lim="800000"/>
          </a:ln>
          <a:effectLst>
            <a:outerShdw blurRad="152000" dist="345000" dir="5400000" sx="-80000" sy="-18000" rotWithShape="0">
              <a:srgbClr val="000000">
                <a:alpha val="25000"/>
              </a:srgbClr>
            </a:outerShdw>
          </a:effectLst>
          <a:scene3d>
            <a:camera prst="orthographicFront"/>
            <a:lightRig rig="contrasting" dir="t">
              <a:rot lat="0" lon="0" rev="2400000"/>
            </a:lightRig>
          </a:scene3d>
          <a:sp3d contourW="7620">
            <a:bevelT w="63500" h="63500"/>
            <a:contourClr>
              <a:schemeClr val="bg2">
                <a:shade val="50000"/>
              </a:schemeClr>
            </a:contourClr>
          </a:sp3d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pt-BR" smtClean="0"/>
              <a:t>Clique no ícone para adicionar uma imagem</a:t>
            </a:r>
            <a:endParaRPr kumimoji="0" lang="en-US" dirty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556734" y="2998765"/>
            <a:ext cx="3053866" cy="2663482"/>
          </a:xfrm>
        </p:spPr>
        <p:txBody>
          <a:bodyPr lIns="45720" rIns="45720"/>
          <a:lstStyle>
            <a:lvl1pPr marL="0" indent="0">
              <a:buFontTx/>
              <a:buNone/>
              <a:defRPr sz="1200"/>
            </a:lvl1pPr>
            <a:lvl2pPr>
              <a:buFontTx/>
              <a:buNone/>
              <a:defRPr sz="1200"/>
            </a:lvl2pPr>
            <a:lvl3pPr>
              <a:buFontTx/>
              <a:buNone/>
              <a:defRPr sz="1000"/>
            </a:lvl3pPr>
            <a:lvl4pPr>
              <a:buFontTx/>
              <a:buNone/>
              <a:defRPr sz="900"/>
            </a:lvl4pPr>
            <a:lvl5pPr>
              <a:buFontTx/>
              <a:buNone/>
              <a:defRPr sz="900"/>
            </a:lvl5pPr>
          </a:lstStyle>
          <a:p>
            <a:pPr lvl="0" eaLnBrk="1" latinLnBrk="0" hangingPunct="1"/>
            <a:r>
              <a:rPr kumimoji="0"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>
          <a:xfrm>
            <a:off x="457200" y="6422064"/>
            <a:ext cx="2133600" cy="365125"/>
          </a:xfrm>
        </p:spPr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pt-BR" smtClean="0"/>
              <a:t>Clique para editar os estilos do texto mestre</a:t>
            </a:r>
          </a:p>
          <a:p>
            <a:pPr lvl="1" eaLnBrk="1" latinLnBrk="0" hangingPunct="1"/>
            <a:r>
              <a:rPr lang="pt-BR" smtClean="0"/>
              <a:t>Segundo nível</a:t>
            </a:r>
          </a:p>
          <a:p>
            <a:pPr lvl="2" eaLnBrk="1" latinLnBrk="0" hangingPunct="1"/>
            <a:r>
              <a:rPr lang="pt-BR" smtClean="0"/>
              <a:t>Terceiro nível</a:t>
            </a:r>
          </a:p>
          <a:p>
            <a:pPr lvl="3" eaLnBrk="1" latinLnBrk="0" hangingPunct="1"/>
            <a:r>
              <a:rPr lang="pt-BR" smtClean="0"/>
              <a:t>Quarto nível</a:t>
            </a:r>
          </a:p>
          <a:p>
            <a:pPr lvl="4" eaLnBrk="1" latinLnBrk="0" hangingPunct="1"/>
            <a:r>
              <a:rPr lang="pt-BR" smtClean="0"/>
              <a:t>Quinto nível</a:t>
            </a:r>
            <a:endParaRPr kumimoji="0"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pt-BR" smtClean="0"/>
              <a:t>Clique para editar os estilos do texto mestre</a:t>
            </a:r>
          </a:p>
          <a:p>
            <a:pPr lvl="1" eaLnBrk="1" latinLnBrk="0" hangingPunct="1"/>
            <a:r>
              <a:rPr lang="pt-BR" smtClean="0"/>
              <a:t>Segundo nível</a:t>
            </a:r>
          </a:p>
          <a:p>
            <a:pPr lvl="2" eaLnBrk="1" latinLnBrk="0" hangingPunct="1"/>
            <a:r>
              <a:rPr lang="pt-BR" smtClean="0"/>
              <a:t>Terceiro nível</a:t>
            </a:r>
          </a:p>
          <a:p>
            <a:pPr lvl="3" eaLnBrk="1" latinLnBrk="0" hangingPunct="1"/>
            <a:r>
              <a:rPr lang="pt-BR" smtClean="0"/>
              <a:t>Quarto nível</a:t>
            </a:r>
          </a:p>
          <a:p>
            <a:pPr lvl="4" eaLnBrk="1" latinLnBrk="0" hangingPunct="1"/>
            <a:r>
              <a:rPr lang="pt-BR" smtClean="0"/>
              <a:t>Quinto nível</a:t>
            </a:r>
            <a:endParaRPr kumimoji="0"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rma livre 11"/>
          <p:cNvSpPr>
            <a:spLocks/>
          </p:cNvSpPr>
          <p:nvPr/>
        </p:nvSpPr>
        <p:spPr bwMode="auto">
          <a:xfrm>
            <a:off x="0" y="4752126"/>
            <a:ext cx="9144000" cy="211296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1066"/>
              </a:cxn>
              <a:cxn ang="0">
                <a:pos x="0" y="1331"/>
              </a:cxn>
              <a:cxn ang="0">
                <a:pos x="5760" y="1331"/>
              </a:cxn>
              <a:cxn ang="0">
                <a:pos x="5760" y="0"/>
              </a:cxn>
              <a:cxn ang="0">
                <a:pos x="0" y="1066"/>
              </a:cxn>
            </a:cxnLst>
            <a:rect l="0" t="0" r="0" b="0"/>
            <a:pathLst>
              <a:path w="5760" h="1331">
                <a:moveTo>
                  <a:pt x="0" y="1066"/>
                </a:moveTo>
                <a:lnTo>
                  <a:pt x="0" y="1331"/>
                </a:lnTo>
                <a:lnTo>
                  <a:pt x="5760" y="1331"/>
                </a:lnTo>
                <a:lnTo>
                  <a:pt x="5760" y="0"/>
                </a:lnTo>
                <a:cubicBezTo>
                  <a:pt x="3220" y="1206"/>
                  <a:pt x="2250" y="1146"/>
                  <a:pt x="0" y="1066"/>
                </a:cubicBezTo>
                <a:close/>
              </a:path>
            </a:pathLst>
          </a:custGeom>
          <a:solidFill>
            <a:schemeClr val="bg1">
              <a:tint val="80000"/>
              <a:satMod val="200000"/>
              <a:alpha val="4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44450" dir="16200000" algn="ctr" rotWithShape="0">
              <a:prstClr val="black">
                <a:alpha val="3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Forma livre 15"/>
          <p:cNvSpPr>
            <a:spLocks/>
          </p:cNvSpPr>
          <p:nvPr/>
        </p:nvSpPr>
        <p:spPr bwMode="auto">
          <a:xfrm>
            <a:off x="7315200" y="0"/>
            <a:ext cx="1828800" cy="6858000"/>
          </a:xfrm>
          <a:custGeom>
            <a:avLst/>
            <a:gdLst>
              <a:gd name="connsiteX0" fmla="*/ 1914 w 1914"/>
              <a:gd name="connsiteY0" fmla="*/ 9 h 4329"/>
              <a:gd name="connsiteX1" fmla="*/ 1914 w 1914"/>
              <a:gd name="connsiteY1" fmla="*/ 4329 h 4329"/>
              <a:gd name="connsiteX2" fmla="*/ 204 w 1914"/>
              <a:gd name="connsiteY2" fmla="*/ 4327 h 4329"/>
              <a:gd name="connsiteX3" fmla="*/ 0 w 1914"/>
              <a:gd name="connsiteY3" fmla="*/ 0 h 4329"/>
              <a:gd name="connsiteX4" fmla="*/ 1914 w 1914"/>
              <a:gd name="connsiteY4" fmla="*/ 9 h 4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4" h="4329">
                <a:moveTo>
                  <a:pt x="1914" y="9"/>
                </a:moveTo>
                <a:lnTo>
                  <a:pt x="1914" y="4329"/>
                </a:lnTo>
                <a:lnTo>
                  <a:pt x="204" y="4327"/>
                </a:lnTo>
                <a:cubicBezTo>
                  <a:pt x="1288" y="3574"/>
                  <a:pt x="2082" y="1734"/>
                  <a:pt x="0" y="0"/>
                </a:cubicBezTo>
                <a:lnTo>
                  <a:pt x="1914" y="9"/>
                </a:lnTo>
                <a:close/>
              </a:path>
            </a:pathLst>
          </a:custGeom>
          <a:solidFill>
            <a:schemeClr val="bg1">
              <a:tint val="90000"/>
              <a:satMod val="350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50800" dir="10800000" algn="ctr" rotWithShape="0">
              <a:prstClr val="black">
                <a:alpha val="4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Espaço Reservado para Título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7467600" cy="1143000"/>
          </a:xfrm>
          <a:prstGeom prst="rect">
            <a:avLst/>
          </a:prstGeom>
        </p:spPr>
        <p:txBody>
          <a:bodyPr vert="horz" lIns="45720" rIns="45720" anchor="ctr">
            <a:normAutofit/>
          </a:bodyPr>
          <a:lstStyle/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30" name="Espaço Reservado para Texto 29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467600" cy="4525963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pt-BR" smtClean="0"/>
              <a:t>Clique para editar os estilos do texto mestre</a:t>
            </a:r>
          </a:p>
          <a:p>
            <a:pPr lvl="1" eaLnBrk="1" latinLnBrk="0" hangingPunct="1"/>
            <a:r>
              <a:rPr kumimoji="0" lang="pt-BR" smtClean="0"/>
              <a:t>Segundo nível</a:t>
            </a:r>
          </a:p>
          <a:p>
            <a:pPr lvl="2" eaLnBrk="1" latinLnBrk="0" hangingPunct="1"/>
            <a:r>
              <a:rPr kumimoji="0" lang="pt-BR" smtClean="0"/>
              <a:t>Terceiro nível</a:t>
            </a:r>
          </a:p>
          <a:p>
            <a:pPr lvl="3" eaLnBrk="1" latinLnBrk="0" hangingPunct="1"/>
            <a:r>
              <a:rPr kumimoji="0" lang="pt-BR" smtClean="0"/>
              <a:t>Quarto nível</a:t>
            </a:r>
          </a:p>
          <a:p>
            <a:pPr lvl="4" eaLnBrk="1" latinLnBrk="0" hangingPunct="1"/>
            <a:r>
              <a:rPr kumimoji="0" lang="pt-BR" smtClean="0"/>
              <a:t>Quinto nível</a:t>
            </a:r>
            <a:endParaRPr kumimoji="0" lang="en-US"/>
          </a:p>
        </p:txBody>
      </p:sp>
      <p:sp>
        <p:nvSpPr>
          <p:cNvPr id="10" name="Espaço Reservado para Data 9"/>
          <p:cNvSpPr>
            <a:spLocks noGrp="1"/>
          </p:cNvSpPr>
          <p:nvPr>
            <p:ph type="dt" sz="half" idx="2"/>
          </p:nvPr>
        </p:nvSpPr>
        <p:spPr>
          <a:xfrm>
            <a:off x="457200" y="6422064"/>
            <a:ext cx="2133600" cy="365125"/>
          </a:xfrm>
          <a:prstGeom prst="rect">
            <a:avLst/>
          </a:prstGeom>
        </p:spPr>
        <p:txBody>
          <a:bodyPr vert="horz" bIns="0" anchor="b"/>
          <a:lstStyle>
            <a:lvl1pPr algn="l" eaLnBrk="1" latinLnBrk="0" hangingPunct="1">
              <a:defRPr kumimoji="0" sz="1000">
                <a:solidFill>
                  <a:schemeClr val="tx2">
                    <a:shade val="50000"/>
                  </a:schemeClr>
                </a:solidFill>
              </a:defRPr>
            </a:lvl1pPr>
          </a:lstStyle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22" name="Espaço Reservado para Rodapé 21"/>
          <p:cNvSpPr>
            <a:spLocks noGrp="1"/>
          </p:cNvSpPr>
          <p:nvPr>
            <p:ph type="ftr" sz="quarter" idx="3"/>
          </p:nvPr>
        </p:nvSpPr>
        <p:spPr>
          <a:xfrm>
            <a:off x="3124200" y="6422064"/>
            <a:ext cx="2895600" cy="365125"/>
          </a:xfrm>
          <a:prstGeom prst="rect">
            <a:avLst/>
          </a:prstGeom>
        </p:spPr>
        <p:txBody>
          <a:bodyPr vert="horz" lIns="0" rIns="0" bIns="0" anchor="b"/>
          <a:lstStyle>
            <a:lvl1pPr algn="ctr" eaLnBrk="1" latinLnBrk="0" hangingPunct="1">
              <a:defRPr kumimoji="0" sz="1000">
                <a:solidFill>
                  <a:schemeClr val="tx2">
                    <a:shade val="5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18" name="Espaço Reservado para Número de Slide 17"/>
          <p:cNvSpPr>
            <a:spLocks noGrp="1"/>
          </p:cNvSpPr>
          <p:nvPr>
            <p:ph type="sldNum" sz="quarter" idx="4"/>
          </p:nvPr>
        </p:nvSpPr>
        <p:spPr>
          <a:xfrm>
            <a:off x="8153400" y="6422064"/>
            <a:ext cx="762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000">
                <a:solidFill>
                  <a:schemeClr val="tx2">
                    <a:shade val="50000"/>
                  </a:schemeClr>
                </a:solidFill>
              </a:defRPr>
            </a:lvl1pPr>
          </a:lstStyle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4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20624" indent="-384048" algn="l" rtl="0" eaLnBrk="1" latinLnBrk="0" hangingPunct="1">
        <a:spcBef>
          <a:spcPct val="20000"/>
        </a:spcBef>
        <a:buClr>
          <a:schemeClr val="accent1"/>
        </a:buClr>
        <a:buSzPct val="80000"/>
        <a:buFont typeface="Wingdings 2"/>
        <a:buChar char=""/>
        <a:defRPr kumimoji="0"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22376" indent="-274320" algn="l" rtl="0" eaLnBrk="1" latinLnBrk="0" hangingPunct="1">
        <a:spcBef>
          <a:spcPct val="20000"/>
        </a:spcBef>
        <a:buClr>
          <a:schemeClr val="accent1"/>
        </a:buClr>
        <a:buSzPct val="90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56032" algn="l" rtl="0" eaLnBrk="1" latinLnBrk="0" hangingPunct="1">
        <a:spcBef>
          <a:spcPct val="20000"/>
        </a:spcBef>
        <a:buClr>
          <a:schemeClr val="accent2"/>
        </a:buClr>
        <a:buSzPct val="85000"/>
        <a:buFont typeface="Arial"/>
        <a:buChar char="○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37744" algn="l" rtl="0" eaLnBrk="1" latinLnBrk="0" hangingPunct="1">
        <a:spcBef>
          <a:spcPct val="20000"/>
        </a:spcBef>
        <a:buClr>
          <a:schemeClr val="accent3"/>
        </a:buClr>
        <a:buSzPct val="90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90472" indent="-182880" algn="l" rtl="0" eaLnBrk="1" latinLnBrk="0" hangingPunct="1">
        <a:spcBef>
          <a:spcPct val="20000"/>
        </a:spcBef>
        <a:buClr>
          <a:schemeClr val="accent4"/>
        </a:buClr>
        <a:buSzPct val="100000"/>
        <a:buFont typeface="Arial"/>
        <a:buChar char="-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00784" indent="-182880" algn="l" rtl="0" eaLnBrk="1" latinLnBrk="0" hangingPunct="1">
        <a:spcBef>
          <a:spcPct val="20000"/>
        </a:spcBef>
        <a:buClr>
          <a:schemeClr val="accent5"/>
        </a:buClr>
        <a:buFont typeface="Arial"/>
        <a:buChar char="-"/>
        <a:defRPr kumimoji="0" sz="20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100000"/>
        <a:buFont typeface="Arial"/>
        <a:buChar char="•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39696" indent="-182880" algn="l" rtl="0" eaLnBrk="1" latinLnBrk="0" hangingPunct="1">
        <a:spcBef>
          <a:spcPct val="20000"/>
        </a:spcBef>
        <a:buClr>
          <a:schemeClr val="accent6"/>
        </a:buClr>
        <a:buFont typeface="Arial"/>
        <a:buChar char="▪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331720" indent="-182880" algn="l" rtl="0" eaLnBrk="1" latinLnBrk="0" hangingPunct="1">
        <a:spcBef>
          <a:spcPct val="20000"/>
        </a:spcBef>
        <a:buClr>
          <a:schemeClr val="accent6"/>
        </a:buClr>
        <a:buFont typeface="Arial"/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rcDevGuy127/desenvolvimento_web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Sistema Gerenciador de Usuários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 smtClean="0"/>
              <a:t>Marcelo Henrique</a:t>
            </a:r>
            <a:endParaRPr lang="pt-BR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Ambientação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Plataforma bancária</a:t>
            </a:r>
          </a:p>
          <a:p>
            <a:r>
              <a:rPr lang="pt-BR" dirty="0" smtClean="0"/>
              <a:t>Portal para Administração</a:t>
            </a:r>
          </a:p>
          <a:p>
            <a:r>
              <a:rPr lang="pt-BR" dirty="0" smtClean="0"/>
              <a:t>Portal para Usuários comuns</a:t>
            </a:r>
            <a:endParaRPr lang="pt-BR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Funcionalidades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 smtClean="0"/>
              <a:t>Usuários:</a:t>
            </a:r>
          </a:p>
          <a:p>
            <a:pPr lvl="1"/>
            <a:r>
              <a:rPr lang="pt-BR" dirty="0" smtClean="0"/>
              <a:t>Cadastro/</a:t>
            </a:r>
            <a:r>
              <a:rPr lang="pt-BR" dirty="0" err="1" smtClean="0"/>
              <a:t>Login</a:t>
            </a:r>
            <a:endParaRPr lang="pt-BR" dirty="0" smtClean="0"/>
          </a:p>
          <a:p>
            <a:pPr lvl="1"/>
            <a:r>
              <a:rPr lang="pt-BR" dirty="0" smtClean="0"/>
              <a:t>Consulta/Edição de dados cadastrais</a:t>
            </a:r>
          </a:p>
          <a:p>
            <a:pPr lvl="1"/>
            <a:r>
              <a:rPr lang="pt-BR" dirty="0" smtClean="0"/>
              <a:t>Troca de senha</a:t>
            </a:r>
          </a:p>
          <a:p>
            <a:r>
              <a:rPr lang="pt-BR" dirty="0" smtClean="0"/>
              <a:t>Administradores</a:t>
            </a:r>
          </a:p>
          <a:p>
            <a:pPr lvl="1"/>
            <a:r>
              <a:rPr lang="pt-BR" dirty="0" smtClean="0"/>
              <a:t>Cadastro/</a:t>
            </a:r>
            <a:r>
              <a:rPr lang="pt-BR" dirty="0" err="1" smtClean="0"/>
              <a:t>Login</a:t>
            </a:r>
            <a:endParaRPr lang="pt-BR" dirty="0" smtClean="0"/>
          </a:p>
          <a:p>
            <a:pPr lvl="1"/>
            <a:r>
              <a:rPr lang="pt-BR" dirty="0" smtClean="0"/>
              <a:t>Consulta/Edição de dados cadastrais</a:t>
            </a:r>
          </a:p>
          <a:p>
            <a:pPr lvl="1"/>
            <a:r>
              <a:rPr lang="pt-BR" dirty="0" smtClean="0"/>
              <a:t>Troca de senha</a:t>
            </a:r>
          </a:p>
          <a:p>
            <a:pPr lvl="1"/>
            <a:r>
              <a:rPr lang="pt-BR" dirty="0" smtClean="0"/>
              <a:t>Lista de usuários cadastrados</a:t>
            </a:r>
          </a:p>
          <a:p>
            <a:pPr lvl="1"/>
            <a:r>
              <a:rPr lang="pt-BR" dirty="0" smtClean="0"/>
              <a:t>Edição de dados dos usuários</a:t>
            </a:r>
          </a:p>
          <a:p>
            <a:pPr lvl="1"/>
            <a:r>
              <a:rPr lang="pt-BR" dirty="0" smtClean="0"/>
              <a:t>Exclusão de usuários</a:t>
            </a:r>
          </a:p>
          <a:p>
            <a:pPr lvl="1"/>
            <a:r>
              <a:rPr lang="pt-BR" dirty="0" smtClean="0"/>
              <a:t>Ferramenta de pesquisa e filtros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Restrições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Usuários não conseguem acessar o Portal de Administração.</a:t>
            </a:r>
          </a:p>
          <a:p>
            <a:r>
              <a:rPr lang="pt-BR" dirty="0" smtClean="0"/>
              <a:t>Administradores não conseguem acessar o Portal de Usuários.</a:t>
            </a:r>
          </a:p>
          <a:p>
            <a:r>
              <a:rPr lang="pt-BR" dirty="0" smtClean="0"/>
              <a:t>Cadastros com emails utilizados por outros usuários são impedidos.</a:t>
            </a:r>
          </a:p>
          <a:p>
            <a:r>
              <a:rPr lang="pt-BR" dirty="0" smtClean="0"/>
              <a:t>O tamanho das senhas devem ser de 8-12 dígitos.</a:t>
            </a:r>
            <a:endParaRPr lang="pt-BR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Validação/Exceções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As mensagens de sucesso e erro são exibidos através de </a:t>
            </a:r>
            <a:r>
              <a:rPr lang="pt-BR" dirty="0" err="1" smtClean="0"/>
              <a:t>alerts</a:t>
            </a:r>
            <a:r>
              <a:rPr lang="pt-BR" dirty="0" smtClean="0"/>
              <a:t>.</a:t>
            </a:r>
          </a:p>
          <a:p>
            <a:r>
              <a:rPr lang="pt-BR" dirty="0" smtClean="0"/>
              <a:t>Exceções relacionadas ao Banco de Dados, são impressas(ex: usuário inválido).</a:t>
            </a:r>
            <a:endParaRPr lang="pt-BR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Tratamento de Dados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HTML:</a:t>
            </a:r>
          </a:p>
          <a:p>
            <a:pPr lvl="1"/>
            <a:r>
              <a:rPr lang="pt-BR" dirty="0" smtClean="0"/>
              <a:t>Tamanho mínimo/máximo definido em inputs.</a:t>
            </a:r>
          </a:p>
          <a:p>
            <a:r>
              <a:rPr lang="pt-BR" dirty="0" smtClean="0"/>
              <a:t>PHP:</a:t>
            </a:r>
          </a:p>
          <a:p>
            <a:pPr lvl="1"/>
            <a:r>
              <a:rPr lang="pt-BR" dirty="0" smtClean="0"/>
              <a:t>Validação e comparação de dados enviados.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429064" y="3337560"/>
            <a:ext cx="8463416" cy="2301240"/>
          </a:xfrm>
        </p:spPr>
        <p:txBody>
          <a:bodyPr/>
          <a:lstStyle/>
          <a:p>
            <a:pPr algn="ctr"/>
            <a:r>
              <a:rPr lang="pt-BR" dirty="0" smtClean="0"/>
              <a:t>OBRIGADO PELA ATENÇÃO!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0" y="3886200"/>
            <a:ext cx="9144000" cy="1752600"/>
          </a:xfrm>
        </p:spPr>
        <p:txBody>
          <a:bodyPr/>
          <a:lstStyle/>
          <a:p>
            <a:r>
              <a:rPr lang="pt-BR" sz="2800" dirty="0" smtClean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Visite o repositório e demais projetos:</a:t>
            </a:r>
            <a:endParaRPr lang="pt-BR" dirty="0" smtClean="0"/>
          </a:p>
          <a:p>
            <a:r>
              <a:rPr lang="pt-BR" sz="2800" dirty="0" smtClean="0">
                <a:solidFill>
                  <a:schemeClr val="tx1"/>
                </a:solidFill>
                <a:latin typeface="+mj-lt"/>
                <a:ea typeface="+mj-ea"/>
                <a:cs typeface="+mj-cs"/>
                <a:hlinkClick r:id="rId2"/>
              </a:rPr>
              <a:t>https://github.com/MarcDevGuy127/desenvolvimento_web</a:t>
            </a:r>
            <a:endParaRPr lang="pt-BR" sz="2800" dirty="0" smtClean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écnica">
  <a:themeElements>
    <a:clrScheme name="Técnica">
      <a:dk1>
        <a:sysClr val="windowText" lastClr="000000"/>
      </a:dk1>
      <a:lt1>
        <a:sysClr val="window" lastClr="FFFFFF"/>
      </a:lt1>
      <a:dk2>
        <a:srgbClr val="3B3B3B"/>
      </a:dk2>
      <a:lt2>
        <a:srgbClr val="D4D2D0"/>
      </a:lt2>
      <a:accent1>
        <a:srgbClr val="6EA0B0"/>
      </a:accent1>
      <a:accent2>
        <a:srgbClr val="CCAF0A"/>
      </a:accent2>
      <a:accent3>
        <a:srgbClr val="8D89A4"/>
      </a:accent3>
      <a:accent4>
        <a:srgbClr val="748560"/>
      </a:accent4>
      <a:accent5>
        <a:srgbClr val="9E9273"/>
      </a:accent5>
      <a:accent6>
        <a:srgbClr val="7E848D"/>
      </a:accent6>
      <a:hlink>
        <a:srgbClr val="00C8C3"/>
      </a:hlink>
      <a:folHlink>
        <a:srgbClr val="A116E0"/>
      </a:folHlink>
    </a:clrScheme>
    <a:fontScheme name="Técnica">
      <a:majorFont>
        <a:latin typeface="Franklin Gothic Book"/>
        <a:ea typeface=""/>
        <a:cs typeface=""/>
        <a:font script="Jpan" typeface="ＭＳ Ｐゴシック"/>
        <a:font script="Hang" typeface="HY견고딕"/>
        <a:font script="Hans" typeface="宋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Técnica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</a:schemeClr>
            </a:gs>
            <a:gs pos="68000">
              <a:schemeClr val="phClr">
                <a:tint val="77000"/>
              </a:schemeClr>
            </a:gs>
            <a:gs pos="81000">
              <a:schemeClr val="phClr">
                <a:tint val="79000"/>
              </a:schemeClr>
            </a:gs>
            <a:gs pos="86000">
              <a:schemeClr val="phClr">
                <a:tint val="73000"/>
              </a:schemeClr>
            </a:gs>
            <a:gs pos="100000">
              <a:schemeClr val="phClr">
                <a:tint val="3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3000"/>
                <a:satMod val="150000"/>
              </a:schemeClr>
            </a:gs>
            <a:gs pos="25000">
              <a:schemeClr val="phClr">
                <a:tint val="96000"/>
                <a:shade val="80000"/>
                <a:satMod val="105000"/>
              </a:schemeClr>
            </a:gs>
            <a:gs pos="38000">
              <a:schemeClr val="phClr">
                <a:tint val="96000"/>
                <a:shade val="59000"/>
                <a:satMod val="120000"/>
              </a:schemeClr>
            </a:gs>
            <a:gs pos="55000">
              <a:schemeClr val="phClr">
                <a:shade val="57000"/>
                <a:satMod val="120000"/>
              </a:schemeClr>
            </a:gs>
            <a:gs pos="80000">
              <a:schemeClr val="phClr">
                <a:shade val="56000"/>
                <a:satMod val="145000"/>
              </a:schemeClr>
            </a:gs>
            <a:gs pos="88000">
              <a:schemeClr val="phClr">
                <a:shade val="63000"/>
                <a:satMod val="160000"/>
              </a:schemeClr>
            </a:gs>
            <a:gs pos="100000">
              <a:schemeClr val="phClr">
                <a:tint val="99555"/>
                <a:satMod val="155000"/>
              </a:schemeClr>
            </a:gs>
          </a:gsLst>
          <a:lin ang="5400000" scaled="1"/>
        </a:gradFill>
      </a:fillStyleLst>
      <a:lnStyleLst>
        <a:ln w="9525" cap="flat" cmpd="sng" algn="ctr">
          <a:solidFill>
            <a:schemeClr val="phClr">
              <a:shade val="60000"/>
              <a:satMod val="30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glow rad="635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00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62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  <a:scene3d>
            <a:camera prst="orthographicFront" fov="0">
              <a:rot lat="0" lon="0" rev="0"/>
            </a:camera>
            <a:lightRig rig="harsh" dir="t">
              <a:rot lat="6000000" lon="6000000" rev="0"/>
            </a:lightRig>
          </a:scene3d>
          <a:sp3d contourW="10000" prstMaterial="metal">
            <a:bevelT w="20000" h="9000" prst="softRound"/>
            <a:contourClr>
              <a:schemeClr val="phClr">
                <a:shade val="30000"/>
                <a:satMod val="2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0000"/>
                <a:satMod val="150000"/>
              </a:schemeClr>
            </a:gs>
            <a:gs pos="30000">
              <a:schemeClr val="phClr">
                <a:shade val="60000"/>
                <a:satMod val="150000"/>
              </a:schemeClr>
            </a:gs>
            <a:gs pos="100000">
              <a:schemeClr val="phClr">
                <a:tint val="83000"/>
                <a:satMod val="200000"/>
              </a:schemeClr>
            </a:gs>
          </a:gsLst>
          <a:lin ang="13000000" scaled="0"/>
        </a:gradFill>
        <a:gradFill rotWithShape="1">
          <a:gsLst>
            <a:gs pos="0">
              <a:schemeClr val="phClr">
                <a:tint val="78000"/>
                <a:satMod val="220000"/>
              </a:schemeClr>
            </a:gs>
            <a:gs pos="100000">
              <a:schemeClr val="phClr">
                <a:shade val="35000"/>
                <a:satMod val="155000"/>
              </a:schemeClr>
            </a:gs>
          </a:gsLst>
          <a:path path="circle">
            <a:fillToRect l="60000" t="50000" r="4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Technic</Template>
  <TotalTime>19</TotalTime>
  <Words>152</Words>
  <Application>Microsoft Office PowerPoint</Application>
  <PresentationFormat>Apresentação na tela (4:3)</PresentationFormat>
  <Paragraphs>35</Paragraphs>
  <Slides>7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8" baseType="lpstr">
      <vt:lpstr>Técnica</vt:lpstr>
      <vt:lpstr>Sistema Gerenciador de Usuários</vt:lpstr>
      <vt:lpstr>Ambientação</vt:lpstr>
      <vt:lpstr>Funcionalidades</vt:lpstr>
      <vt:lpstr>Restrições</vt:lpstr>
      <vt:lpstr>Validação/Exceções</vt:lpstr>
      <vt:lpstr>Tratamento de Dados</vt:lpstr>
      <vt:lpstr>OBRIGADO PELA ATENÇÃO!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Gerenciador de Usuários</dc:title>
  <dc:creator>Marcelo Henrique</dc:creator>
  <cp:lastModifiedBy>Marcelo Silva</cp:lastModifiedBy>
  <cp:revision>8</cp:revision>
  <dcterms:created xsi:type="dcterms:W3CDTF">2025-11-26T10:44:16Z</dcterms:created>
  <dcterms:modified xsi:type="dcterms:W3CDTF">2025-11-26T23:45:21Z</dcterms:modified>
</cp:coreProperties>
</file>